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88AA5D-9156-C98F-AC6F-C266DD48C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DD965A-6312-2D94-2810-1DFE734E2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D9E34-BD7C-B3C1-F95D-29F9672A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2E39C8-4E9F-F5B5-AB08-9C3F0FA9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5CEC65-EE68-DC94-F2F7-2EFA23A8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23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E8F137-D68B-FCC4-E5B9-1DA83DAA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DAC995-7D7F-3303-1777-9BB03F9AF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364F79-C302-67E6-DA72-A6E3ADD1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C327F0-A85D-389E-B7A4-90C9A59F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D5C341-22E4-AD45-71C5-6DB648C8C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057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788AD5-698B-1B74-B78A-B8AE30F1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50565C-B16E-2BD7-6588-C041D7520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7EFFEC-F5C8-06FD-A386-6E5C7FF8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69E718-F912-5461-8BD9-45B16EBB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47B583-C664-DBE7-1AFD-70479393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673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DBC27B-38F6-E29E-42E8-76915273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E389E9-4679-BBAE-8789-21FE9EC5A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E3053D-4A2B-7125-FF1C-00F4B02BB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042DDF-33B2-2833-EA48-217F731E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6FE643-D0C3-FF33-3FB0-BC0AE5D04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1B6C03-EFD6-B8C0-3C4F-A0B4424F4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823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3E3151-3FEF-A74D-387A-DDED26D96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3D1465-522E-2E1B-D15B-494E28754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BF8AA1-CD5D-0791-1D06-14FD4E0E5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0E90AA-560B-07C7-BE46-099171ADB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8AE1799-E89D-9D79-D418-7D0772489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A9C0077-A213-05B5-A801-5FB98839F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B7227D-0E6C-D152-6E4E-CD4B9FA1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011DCC-8ABD-7EDE-A5A9-851977A8F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170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C14F1F-C394-AAE1-CAF5-A2A9FFF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748565-BE08-0EAD-F118-469AE54FC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33A54FE-0334-22A2-3DB5-BB886E166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804F2B-C238-5C8B-CC48-2797B8101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9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634464C-2FD8-2648-CB2D-7440D917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A490749-A487-FDEB-F49D-B839C740F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E53EF2-15AE-1A08-3EA4-2E7837A0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6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FC4DF2-DC65-0866-3164-414B13541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ABB540-4C68-5DF6-8252-05CFC8AAD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5E8806-3990-F216-619A-C39407BB5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35D2B9-6EFD-0E80-9DEB-D692671B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68E7DB-4DB4-D578-DF42-D45A1ED1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92E54B-8AB2-12D8-70FA-834DD4BD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82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DAD809-9DE1-D64F-D026-6F1AD587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CD7EB22-3B5D-F93F-E869-82994E03D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6D3326-A183-015E-73EE-008DF2E9B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3A2198-177E-8A46-1992-44E95617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4D9076-1AF3-2AD2-0042-81B1BE36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018A34-567C-46DA-CC75-EF4DA844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58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198F61-10D0-FFF4-AFD6-27DB48B9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CBA224-1939-1AFA-BEEB-334A2CC06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692B3A-97CA-0EE0-0640-014015A6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B0831E-A693-C477-498C-B569632A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9A92F3-8722-0CD8-04AA-8122461A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32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CD617D-D733-791C-F16E-78AEE33AC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09FF28-F2F9-DD7F-BF65-3B59817E2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0723DB-42BD-A7C6-8F50-D70E6C6D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5EBA32-2904-2262-FBE9-D514D1CA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92C493-8BC4-1278-7D49-5A19EE4E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04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D19D68-365A-60E8-EB0F-36FF954C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3E1A64-F75F-CED8-93DD-243D4EDCF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2D345E-800E-2C20-65CA-6BE4C8B26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2E9F3-ACBE-4546-A53B-FB4C818189D0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C5DEC9-EF58-16EC-B2E5-27124B2A1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CA3628-AFB3-EEE6-1F25-86E0FE2E6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C3279-3076-4D7F-B702-BEBE3AD30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2687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DEE099-7999-907F-7D1E-A44F8AC99E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マルヒデ商品紹介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CFCCFF6-217A-807D-2670-B80723BF5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24683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E39713-0013-F79E-6FD2-F438FDF0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2A099C-4CB3-BB76-693E-337A9D5A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からあげ本舗マルヒデの商品を紹介するアプリ</a:t>
            </a:r>
            <a:endParaRPr kumimoji="1" lang="en-US" altLang="ja-JP" dirty="0"/>
          </a:p>
          <a:p>
            <a:r>
              <a:rPr lang="ja-JP" altLang="en-US"/>
              <a:t>取扱って</a:t>
            </a:r>
            <a:r>
              <a:rPr lang="ja-JP" altLang="en-US" dirty="0"/>
              <a:t>いない商品も一覧で表示する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873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746181-438E-4002-B0F8-056CF4C3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8B0552-72CC-C8A2-C5B3-FB96F88AC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49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7D523E-B6A8-B276-48C6-F3B272C1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D2D4A8-B908-9E85-D2E2-6F261760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162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3D28F2-9445-6F92-8288-992594F5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BD5B91-367D-7552-2D49-913DB550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2758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5FEED1A0D24C5489530949A8ADB4666" ma:contentTypeVersion="10" ma:contentTypeDescription="新しいドキュメントを作成します。" ma:contentTypeScope="" ma:versionID="471f993b9dc73ffc8d69902cf611801b">
  <xsd:schema xmlns:xsd="http://www.w3.org/2001/XMLSchema" xmlns:xs="http://www.w3.org/2001/XMLSchema" xmlns:p="http://schemas.microsoft.com/office/2006/metadata/properties" xmlns:ns3="10e607ab-b8ce-4ba1-834c-34d60b4ac6c6" targetNamespace="http://schemas.microsoft.com/office/2006/metadata/properties" ma:root="true" ma:fieldsID="8f2d70b49b28d1b06ef3f1a18be75617" ns3:_="">
    <xsd:import namespace="10e607ab-b8ce-4ba1-834c-34d60b4ac6c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e607ab-b8ce-4ba1-834c-34d60b4ac6c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e607ab-b8ce-4ba1-834c-34d60b4ac6c6" xsi:nil="true"/>
  </documentManagement>
</p:properties>
</file>

<file path=customXml/itemProps1.xml><?xml version="1.0" encoding="utf-8"?>
<ds:datastoreItem xmlns:ds="http://schemas.openxmlformats.org/officeDocument/2006/customXml" ds:itemID="{4B502E78-4A68-4FFD-A126-FB92C4B7C5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e607ab-b8ce-4ba1-834c-34d60b4ac6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A57CA1-FF07-428A-B08D-119066318E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A53FC9-9AE7-413C-A57F-6B686034668B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10e607ab-b8ce-4ba1-834c-34d60b4ac6c6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22</Words>
  <Application>Microsoft Office PowerPoint</Application>
  <PresentationFormat>ワイド画面</PresentationFormat>
  <Paragraphs>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マルヒデ商品紹介</vt:lpstr>
      <vt:lpstr>内容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瀧田 光(zeal23418178)</dc:creator>
  <cp:lastModifiedBy>瀧田 光(zeal23418178)</cp:lastModifiedBy>
  <cp:revision>3</cp:revision>
  <dcterms:created xsi:type="dcterms:W3CDTF">2025-11-26T02:52:37Z</dcterms:created>
  <dcterms:modified xsi:type="dcterms:W3CDTF">2026-01-14T02:21:15Z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0x01010095FEED1A0D24C5489530949A8ADB4666</vt:lpwstr>
  </property>
</Properties>
</file>